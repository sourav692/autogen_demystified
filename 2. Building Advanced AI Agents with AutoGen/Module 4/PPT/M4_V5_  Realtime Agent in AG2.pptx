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747775"/>
          </p15:clr>
        </p15:guide>
        <p15:guide id="2" pos="247">
          <p15:clr>
            <a:srgbClr val="747775"/>
          </p15:clr>
        </p15:guide>
        <p15:guide id="3" pos="5074">
          <p15:clr>
            <a:srgbClr val="747775"/>
          </p15:clr>
        </p15:guide>
        <p15:guide id="4" pos="5544">
          <p15:clr>
            <a:srgbClr val="747775"/>
          </p15:clr>
        </p15:guide>
        <p15:guide id="5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47"/>
        <p:guide pos="5074"/>
        <p:guide pos="5544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21f657816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21f657816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Welcome back, learners!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Until now, our agents have worked with pre-established data. But what if we need real-time insights, like live flight booking, traffic updates, or stock market trends? For such scenarios, AG2 introduces the RealtimeAgent—a groundbreaking feature that enables agents to fetch up-to-date information dynamically.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2acf6585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32acf6585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RealtimeAgent is designed to handle real-time conversational AI tasks by connecting with live APIs, databases, or web services. This feature allows agents to manage time-sensitive queries, ensuring prompt responses and relevance in rapidly changing scenarios. Whether it's real-time voice interaction or dynamic text inputs, RealtimeAgent makes your agentic systems smarter and more responsive.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2df943e8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2df943e8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First is Image Captioning. It </a:t>
            </a:r>
            <a:r>
              <a:rPr lang="en">
                <a:solidFill>
                  <a:schemeClr val="dk1"/>
                </a:solidFill>
              </a:rPr>
              <a:t>describing what’s happening in a photo.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2df943e89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2df943e89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RealtimeAgent represents a major step forward in AG2’s capabilities. It transforms industries like: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Event Management: By managing live registrations and ticketing for events.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Education and E-learning: By offering real-time tutoring support, where students can ask questions and receive immediate assistance.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Financial Services: By providing live stock market tracking and suggestions for investments based on changing trends.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are just a few of many possibilities that can happen using real time agents. Their ability to handle both voice and text interactions opens endless possibilities for dynamic, real-time AI solutions.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2acf658512_0_5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2acf658512_0_56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concludes our lesson. In the next session, we’ll build a functional RealtimeAgent from scratch. Stay tuned!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" name="Google Shape;44;g32acf658512_0_56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3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51501" y="4690220"/>
            <a:ext cx="753175" cy="216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11700" y="2200550"/>
            <a:ext cx="585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Realtime Agent in AG2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24933" y="3076250"/>
            <a:ext cx="585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Additional Applications with AG2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Apoorv Vishnoi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Head of </a:t>
            </a:r>
            <a:r>
              <a:rPr lang="en" sz="1500">
                <a:solidFill>
                  <a:schemeClr val="lt1"/>
                </a:solidFill>
              </a:rPr>
              <a:t>Training, Analytics Vidhya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67825"/>
            <a:ext cx="9123600" cy="897600"/>
          </a:xfrm>
          <a:prstGeom prst="rect">
            <a:avLst/>
          </a:prstGeom>
          <a:solidFill>
            <a:srgbClr val="2725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/>
        </p:nvSpPr>
        <p:spPr>
          <a:xfrm>
            <a:off x="264052" y="195800"/>
            <a:ext cx="7995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RealtimeAgent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264050" y="1186400"/>
            <a:ext cx="8367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Handle real-time conversational tasks by connecting with -</a:t>
            </a: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F9C823"/>
                </a:solidFill>
                <a:latin typeface="Inter"/>
                <a:ea typeface="Inter"/>
                <a:cs typeface="Inter"/>
                <a:sym typeface="Inter"/>
              </a:rPr>
              <a:t>APIs</a:t>
            </a:r>
            <a:r>
              <a:rPr lang="en" sz="2000">
                <a:solidFill>
                  <a:srgbClr val="F9C823"/>
                </a:solidFill>
                <a:latin typeface="Inter"/>
                <a:ea typeface="Inter"/>
                <a:cs typeface="Inter"/>
                <a:sym typeface="Inter"/>
              </a:rPr>
              <a:t>, Databases, Web-Services</a:t>
            </a:r>
            <a:endParaRPr sz="2000">
              <a:solidFill>
                <a:srgbClr val="F9C8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264050" y="1567400"/>
            <a:ext cx="8367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Manage</a:t>
            </a: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time sensitive queries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Ensures</a:t>
            </a: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prompt responses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Relevance </a:t>
            </a: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rapidly </a:t>
            </a: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changing</a:t>
            </a: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scenarios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67825"/>
            <a:ext cx="9123600" cy="897600"/>
          </a:xfrm>
          <a:prstGeom prst="rect">
            <a:avLst/>
          </a:prstGeom>
          <a:solidFill>
            <a:srgbClr val="2725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/>
        </p:nvSpPr>
        <p:spPr>
          <a:xfrm>
            <a:off x="264052" y="195800"/>
            <a:ext cx="7995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Applications of RealtimeAgents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7"/>
          <p:cNvSpPr txBox="1"/>
          <p:nvPr/>
        </p:nvSpPr>
        <p:spPr>
          <a:xfrm>
            <a:off x="264050" y="1262600"/>
            <a:ext cx="8367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Event Management</a:t>
            </a: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Registration and Ticketing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Education and E-learning</a:t>
            </a: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Realtime tutoring support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Financial Services</a:t>
            </a:r>
            <a:r>
              <a:rPr lang="en" sz="2000">
                <a:solidFill>
                  <a:srgbClr val="85D992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Live stock market tracking and suggestion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/>
        </p:nvSpPr>
        <p:spPr>
          <a:xfrm>
            <a:off x="3599700" y="2098400"/>
            <a:ext cx="3163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Thanks!</a:t>
            </a:r>
            <a:endParaRPr sz="36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2667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