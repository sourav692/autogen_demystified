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747775"/>
          </p15:clr>
        </p15:guide>
        <p15:guide id="2" pos="247">
          <p15:clr>
            <a:srgbClr val="747775"/>
          </p15:clr>
        </p15:guide>
        <p15:guide id="3" pos="5074">
          <p15:clr>
            <a:srgbClr val="747775"/>
          </p15:clr>
        </p15:guide>
        <p15:guide id="4" pos="5544">
          <p15:clr>
            <a:srgbClr val="747775"/>
          </p15:clr>
        </p15:guide>
        <p15:guide id="5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47"/>
        <p:guide pos="5074"/>
        <p:guide pos="5544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Inter-boldItalic.fntdata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21a38f109d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21a38f109d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31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51501" y="4690220"/>
            <a:ext cx="753175" cy="216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311700" y="2200550"/>
            <a:ext cx="5851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is Autogen and Why Use It?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314689" y="3939725"/>
            <a:ext cx="62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Apoorv Vishnoi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Training Lead, Analytics Vidhya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22667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