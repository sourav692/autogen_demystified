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747775"/>
          </p15:clr>
        </p15:guide>
        <p15:guide id="2" pos="247">
          <p15:clr>
            <a:srgbClr val="747775"/>
          </p15:clr>
        </p15:guide>
        <p15:guide id="3" pos="5074">
          <p15:clr>
            <a:srgbClr val="747775"/>
          </p15:clr>
        </p15:guide>
        <p15:guide id="4" pos="5544">
          <p15:clr>
            <a:srgbClr val="747775"/>
          </p15:clr>
        </p15:guide>
        <p15:guide id="5" orient="horz" pos="21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47"/>
        <p:guide pos="5074"/>
        <p:guide pos="5544"/>
        <p:guide pos="21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Inter-boldItalic.fntdata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21a38f109d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" name="Google Shape;14;g321a38f109d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0" name="Google Shape;10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31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051501" y="4690220"/>
            <a:ext cx="753175" cy="2169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/>
        </p:nvSpPr>
        <p:spPr>
          <a:xfrm>
            <a:off x="311700" y="2200550"/>
            <a:ext cx="5851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Build Your First Conversable Agent</a:t>
            </a:r>
            <a:endParaRPr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314689" y="3939725"/>
            <a:ext cx="625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Abhiraj Suresh</a:t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</a:rPr>
              <a:t>Manager - </a:t>
            </a:r>
            <a:r>
              <a:rPr lang="en" sz="1500">
                <a:solidFill>
                  <a:srgbClr val="FFFFFF"/>
                </a:solidFill>
              </a:rPr>
              <a:t>Instructional</a:t>
            </a:r>
            <a:r>
              <a:rPr lang="en" sz="1500">
                <a:solidFill>
                  <a:srgbClr val="FFFFFF"/>
                </a:solidFill>
              </a:rPr>
              <a:t> Design</a:t>
            </a:r>
            <a:r>
              <a:rPr lang="en" sz="1500">
                <a:solidFill>
                  <a:srgbClr val="FFFFFF"/>
                </a:solidFill>
              </a:rPr>
              <a:t>, Analytics Vidhya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22667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