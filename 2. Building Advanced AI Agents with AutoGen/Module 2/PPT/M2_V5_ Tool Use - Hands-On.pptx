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Inter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24">
          <p15:clr>
            <a:srgbClr val="747775"/>
          </p15:clr>
        </p15:guide>
        <p15:guide id="2" pos="247">
          <p15:clr>
            <a:srgbClr val="747775"/>
          </p15:clr>
        </p15:guide>
        <p15:guide id="3" pos="5074">
          <p15:clr>
            <a:srgbClr val="747775"/>
          </p15:clr>
        </p15:guide>
        <p15:guide id="4" pos="5544">
          <p15:clr>
            <a:srgbClr val="747775"/>
          </p15:clr>
        </p15:guide>
        <p15:guide id="5" orient="horz" pos="21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47"/>
        <p:guide pos="5074"/>
        <p:guide pos="5544"/>
        <p:guide pos="21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Inter-boldItalic.fntdata"/><Relationship Id="rId9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nter-regular.fntdata"/><Relationship Id="rId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21f6578162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" name="Google Shape;14;g321f6578162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Welcome back, everyone! In the last lesson, we explored various conversation patterns in AutoGen. In this lesson, we'll dive into the next pattern: Sequential Chats.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10" name="Google Shape;10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" name="Google Shape;11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31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051501" y="4690220"/>
            <a:ext cx="753175" cy="2169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" name="Google Shape;18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/>
          <p:nvPr/>
        </p:nvSpPr>
        <p:spPr>
          <a:xfrm>
            <a:off x="311700" y="2124350"/>
            <a:ext cx="5851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Tool Use : HandsOn</a:t>
            </a:r>
            <a:endParaRPr sz="2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" name="Google Shape;20;p4"/>
          <p:cNvSpPr txBox="1"/>
          <p:nvPr/>
        </p:nvSpPr>
        <p:spPr>
          <a:xfrm>
            <a:off x="314689" y="3939725"/>
            <a:ext cx="6250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Abhiraj Suresh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Manager - Instructional Design</a:t>
            </a:r>
            <a:r>
              <a:rPr lang="en" sz="1500">
                <a:solidFill>
                  <a:schemeClr val="lt1"/>
                </a:solidFill>
              </a:rPr>
              <a:t>, Analytics Vidhya</a:t>
            </a:r>
            <a:endParaRPr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22667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