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1f657816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1f657816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Welcome back, everyone! In the last lesson, we explored various conversation patterns in AutoGen. In this lesson, we'll dive into the next pattern: Sequential Chats.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1243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Sequential Chat : HandsOn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Abhiraj Suresh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Manager - Instructional Design</a:t>
            </a:r>
            <a:r>
              <a:rPr lang="en" sz="1500">
                <a:solidFill>
                  <a:schemeClr val="lt1"/>
                </a:solidFill>
              </a:rPr>
              <a:t>, Analytics Vidhya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